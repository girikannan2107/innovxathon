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ebas Neue Bold" charset="1" panose="020B0606020202050201"/>
      <p:regular r:id="rId16"/>
    </p:embeddedFont>
    <p:embeddedFont>
      <p:font typeface="Bebas Neue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837" y="199022"/>
            <a:ext cx="223798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76282" y="199022"/>
            <a:ext cx="676656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E85A0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IDEA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8622" y="0"/>
            <a:ext cx="11539378" cy="10287000"/>
          </a:xfrm>
          <a:custGeom>
            <a:avLst/>
            <a:gdLst/>
            <a:ahLst/>
            <a:cxnLst/>
            <a:rect r="r" b="b" t="t" l="l"/>
            <a:pathLst>
              <a:path h="10287000" w="11539378">
                <a:moveTo>
                  <a:pt x="0" y="0"/>
                </a:moveTo>
                <a:lnTo>
                  <a:pt x="11539378" y="0"/>
                </a:lnTo>
                <a:lnTo>
                  <a:pt x="11539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0833" y="137000"/>
            <a:ext cx="2377440" cy="13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0833" y="999037"/>
            <a:ext cx="969264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F163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0"/>
            <a:ext cx="8061158" cy="8581610"/>
          </a:xfrm>
          <a:custGeom>
            <a:avLst/>
            <a:gdLst/>
            <a:ahLst/>
            <a:cxnLst/>
            <a:rect r="r" b="b" t="t" l="l"/>
            <a:pathLst>
              <a:path h="8581610" w="8061158">
                <a:moveTo>
                  <a:pt x="0" y="0"/>
                </a:moveTo>
                <a:lnTo>
                  <a:pt x="8061158" y="0"/>
                </a:lnTo>
                <a:lnTo>
                  <a:pt x="8061158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1500" y="53736"/>
            <a:ext cx="2999232" cy="13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1F1F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WHY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675" y="981307"/>
            <a:ext cx="9107424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85A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IT MATTERS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0888" y="244475"/>
            <a:ext cx="2962656" cy="13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 spc="-160">
                <a:solidFill>
                  <a:srgbClr val="E4E4E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0888" y="1152286"/>
            <a:ext cx="950976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b="true" sz="8499" spc="-169">
                <a:solidFill>
                  <a:srgbClr val="E85A0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852695"/>
            <a:ext cx="8717426" cy="9434305"/>
          </a:xfrm>
          <a:custGeom>
            <a:avLst/>
            <a:gdLst/>
            <a:ahLst/>
            <a:cxnLst/>
            <a:rect r="r" b="b" t="t" l="l"/>
            <a:pathLst>
              <a:path h="9434305" w="8717426">
                <a:moveTo>
                  <a:pt x="0" y="0"/>
                </a:moveTo>
                <a:lnTo>
                  <a:pt x="8717426" y="0"/>
                </a:lnTo>
                <a:lnTo>
                  <a:pt x="8717426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6488" y="0"/>
            <a:ext cx="9581512" cy="10287000"/>
          </a:xfrm>
          <a:custGeom>
            <a:avLst/>
            <a:gdLst/>
            <a:ahLst/>
            <a:cxnLst/>
            <a:rect r="r" b="b" t="t" l="l"/>
            <a:pathLst>
              <a:path h="10287000" w="9581512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3099" y="510362"/>
            <a:ext cx="8577072" cy="197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9"/>
              </a:lnSpc>
            </a:pPr>
            <a:r>
              <a:rPr lang="en-US" sz="84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HOW</a:t>
            </a:r>
          </a:p>
          <a:p>
            <a:pPr algn="l">
              <a:lnSpc>
                <a:spcPts val="7479"/>
              </a:lnSpc>
            </a:pPr>
            <a:r>
              <a:rPr lang="en-US" sz="8499" b="true">
                <a:solidFill>
                  <a:srgbClr val="F166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IT WORKS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0574" y="0"/>
            <a:ext cx="8717426" cy="10287000"/>
          </a:xfrm>
          <a:custGeom>
            <a:avLst/>
            <a:gdLst/>
            <a:ahLst/>
            <a:cxnLst/>
            <a:rect r="r" b="b" t="t" l="l"/>
            <a:pathLst>
              <a:path h="10287000" w="8717426">
                <a:moveTo>
                  <a:pt x="0" y="0"/>
                </a:moveTo>
                <a:lnTo>
                  <a:pt x="8717426" y="0"/>
                </a:lnTo>
                <a:lnTo>
                  <a:pt x="8717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47196" y="7925691"/>
            <a:ext cx="5020450" cy="2153601"/>
          </a:xfrm>
          <a:custGeom>
            <a:avLst/>
            <a:gdLst/>
            <a:ahLst/>
            <a:cxnLst/>
            <a:rect r="r" b="b" t="t" l="l"/>
            <a:pathLst>
              <a:path h="2153601" w="5020450">
                <a:moveTo>
                  <a:pt x="0" y="0"/>
                </a:moveTo>
                <a:lnTo>
                  <a:pt x="5020450" y="0"/>
                </a:lnTo>
                <a:lnTo>
                  <a:pt x="5020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066" y="348779"/>
            <a:ext cx="8010144" cy="220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84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WHAT MAKES IT </a:t>
            </a:r>
            <a:r>
              <a:rPr lang="en-US" sz="8499" b="true">
                <a:solidFill>
                  <a:srgbClr val="F1630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DIFFERENT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2995365"/>
            <a:ext cx="10237780" cy="7291635"/>
          </a:xfrm>
          <a:custGeom>
            <a:avLst/>
            <a:gdLst/>
            <a:ahLst/>
            <a:cxnLst/>
            <a:rect r="r" b="b" t="t" l="l"/>
            <a:pathLst>
              <a:path h="7291635" w="10237780">
                <a:moveTo>
                  <a:pt x="0" y="0"/>
                </a:moveTo>
                <a:lnTo>
                  <a:pt x="10237780" y="0"/>
                </a:lnTo>
                <a:lnTo>
                  <a:pt x="10237780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4969" y="17038"/>
            <a:ext cx="6217920" cy="13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BUILDING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969" y="1075763"/>
            <a:ext cx="896112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b="true" sz="8499" spc="-254">
                <a:solidFill>
                  <a:srgbClr val="F163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SOLUTION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2142670"/>
            <a:ext cx="8936182" cy="8144330"/>
          </a:xfrm>
          <a:custGeom>
            <a:avLst/>
            <a:gdLst/>
            <a:ahLst/>
            <a:cxnLst/>
            <a:rect r="r" b="b" t="t" l="l"/>
            <a:pathLst>
              <a:path h="8144330" w="8936182">
                <a:moveTo>
                  <a:pt x="0" y="0"/>
                </a:moveTo>
                <a:lnTo>
                  <a:pt x="8936182" y="0"/>
                </a:lnTo>
                <a:lnTo>
                  <a:pt x="8936182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8290" y="444750"/>
            <a:ext cx="7168896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b="true" sz="8000" spc="-16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IMPACT &amp;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8290" y="1496829"/>
            <a:ext cx="9180576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b="true" sz="8499" spc="-169">
                <a:solidFill>
                  <a:srgbClr val="F163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FEASIBILITY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1676" y="222250"/>
            <a:ext cx="9308592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spc="-169">
                <a:solidFill>
                  <a:srgbClr val="F15300"/>
                </a:solidFill>
                <a:latin typeface="Bebas Neue"/>
                <a:ea typeface="Bebas Neue"/>
                <a:cs typeface="Bebas Neue"/>
                <a:sym typeface="Bebas Neue"/>
              </a:rPr>
              <a:t>ROADMAP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6635716"/>
            <a:ext cx="18288000" cy="229572"/>
          </a:xfrm>
          <a:custGeom>
            <a:avLst/>
            <a:gdLst/>
            <a:ahLst/>
            <a:cxnLst/>
            <a:rect r="r" b="b" t="t" l="l"/>
            <a:pathLst>
              <a:path h="229572" w="18288000">
                <a:moveTo>
                  <a:pt x="0" y="0"/>
                </a:moveTo>
                <a:lnTo>
                  <a:pt x="18288000" y="0"/>
                </a:lnTo>
                <a:lnTo>
                  <a:pt x="1828800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96976" y="3640352"/>
            <a:ext cx="12206584" cy="6646648"/>
          </a:xfrm>
          <a:custGeom>
            <a:avLst/>
            <a:gdLst/>
            <a:ahLst/>
            <a:cxnLst/>
            <a:rect r="r" b="b" t="t" l="l"/>
            <a:pathLst>
              <a:path h="6646648" w="12206584">
                <a:moveTo>
                  <a:pt x="0" y="0"/>
                </a:moveTo>
                <a:lnTo>
                  <a:pt x="12206584" y="0"/>
                </a:lnTo>
                <a:lnTo>
                  <a:pt x="12206584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03464" y="0"/>
            <a:ext cx="5884536" cy="10287000"/>
          </a:xfrm>
          <a:custGeom>
            <a:avLst/>
            <a:gdLst/>
            <a:ahLst/>
            <a:cxnLst/>
            <a:rect r="r" b="b" t="t" l="l"/>
            <a:pathLst>
              <a:path h="10287000" w="5884536">
                <a:moveTo>
                  <a:pt x="0" y="0"/>
                </a:moveTo>
                <a:lnTo>
                  <a:pt x="5884536" y="0"/>
                </a:lnTo>
                <a:lnTo>
                  <a:pt x="5884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086" y="0"/>
            <a:ext cx="8279914" cy="8581610"/>
          </a:xfrm>
          <a:custGeom>
            <a:avLst/>
            <a:gdLst/>
            <a:ahLst/>
            <a:cxnLst/>
            <a:rect r="r" b="b" t="t" l="l"/>
            <a:pathLst>
              <a:path h="8581610" w="8279914">
                <a:moveTo>
                  <a:pt x="0" y="0"/>
                </a:moveTo>
                <a:lnTo>
                  <a:pt x="8279914" y="0"/>
                </a:lnTo>
                <a:lnTo>
                  <a:pt x="8279914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9330" y="8133399"/>
            <a:ext cx="8072096" cy="1945894"/>
          </a:xfrm>
          <a:custGeom>
            <a:avLst/>
            <a:gdLst/>
            <a:ahLst/>
            <a:cxnLst/>
            <a:rect r="r" b="b" t="t" l="l"/>
            <a:pathLst>
              <a:path h="1945894" w="8072096">
                <a:moveTo>
                  <a:pt x="0" y="0"/>
                </a:moveTo>
                <a:lnTo>
                  <a:pt x="8072096" y="0"/>
                </a:lnTo>
                <a:lnTo>
                  <a:pt x="8072096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2220" y="4493047"/>
            <a:ext cx="2625072" cy="4514911"/>
          </a:xfrm>
          <a:custGeom>
            <a:avLst/>
            <a:gdLst/>
            <a:ahLst/>
            <a:cxnLst/>
            <a:rect r="r" b="b" t="t" l="l"/>
            <a:pathLst>
              <a:path h="4514911" w="2625072">
                <a:moveTo>
                  <a:pt x="0" y="0"/>
                </a:moveTo>
                <a:lnTo>
                  <a:pt x="2625072" y="0"/>
                </a:lnTo>
                <a:lnTo>
                  <a:pt x="262507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7849" y="244475"/>
            <a:ext cx="2414016" cy="13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849" y="1218946"/>
            <a:ext cx="978408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b="true" sz="8499" spc="-254">
                <a:solidFill>
                  <a:srgbClr val="F163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FINAL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DAHWOSqVsN8</dc:identifier>
  <dcterms:modified xsi:type="dcterms:W3CDTF">2011-08-01T06:04:30Z</dcterms:modified>
  <cp:revision>1</cp:revision>
  <dc:title>INNOVXATHON '26 Template</dc:title>
</cp:coreProperties>
</file>